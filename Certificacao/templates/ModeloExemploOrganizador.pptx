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svg" ContentType="image/sv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9FF508-6A32-400C-A7AF-93903869815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B9F2AE-9B35-4660-A689-2D6DF2F47F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C6B8D1-616B-4AF3-9930-3584619EC8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29D6CA-ED4A-4DEE-9D69-E7067BB1A76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B136EB-D7E9-4D0A-AFC7-3653CAE07F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8CD4BE-A6E7-4B66-8A93-52A6C4E545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0D145E-517E-40E6-B364-B0ECA7911A4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04FEF-5EDB-4D2D-8CFD-B568C7FEA1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FB3346-6F1D-48D8-AC34-095654F7B20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9D9C7F-7AEF-42A1-80D8-0C09E1E10A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32E7C0-EB31-4AD4-81F6-94628A011D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f6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2"/>
          <p:cNvGrpSpPr/>
          <p:nvPr/>
        </p:nvGrpSpPr>
        <p:grpSpPr>
          <a:xfrm>
            <a:off x="370080" y="258120"/>
            <a:ext cx="9956880" cy="6943320"/>
            <a:chOff x="370080" y="258120"/>
            <a:chExt cx="9956880" cy="6943320"/>
          </a:xfrm>
        </p:grpSpPr>
        <p:sp>
          <p:nvSpPr>
            <p:cNvPr id="58" name="Freeform 3"/>
            <p:cNvSpPr/>
            <p:nvPr/>
          </p:nvSpPr>
          <p:spPr>
            <a:xfrm>
              <a:off x="370080" y="357120"/>
              <a:ext cx="9956880" cy="6844320"/>
            </a:xfrm>
            <a:custGeom>
              <a:avLst/>
              <a:gdLst>
                <a:gd name="textAreaLeft" fmla="*/ 0 w 9956880"/>
                <a:gd name="textAreaRight" fmla="*/ 9958680 w 9956880"/>
                <a:gd name="textAreaTop" fmla="*/ 0 h 6844320"/>
                <a:gd name="textAreaBottom" fmla="*/ 6846120 h 6844320"/>
              </a:gdLst>
              <a:ahLst/>
              <a:cxnLst/>
              <a:rect l="textAreaLeft" t="textAreaTop" r="textAreaRight" b="textAreaBottom"/>
              <a:pathLst>
                <a:path w="3842203" h="2641334">
                  <a:moveTo>
                    <a:pt x="0" y="0"/>
                  </a:moveTo>
                  <a:lnTo>
                    <a:pt x="3842203" y="0"/>
                  </a:lnTo>
                  <a:lnTo>
                    <a:pt x="3842203" y="2641334"/>
                  </a:lnTo>
                  <a:lnTo>
                    <a:pt x="0" y="2641334"/>
                  </a:lnTo>
                  <a:close/>
                </a:path>
              </a:pathLst>
            </a:custGeom>
            <a:noFill/>
            <a:ln cap="sq" w="762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TextBox 4"/>
            <p:cNvSpPr/>
            <p:nvPr/>
          </p:nvSpPr>
          <p:spPr>
            <a:xfrm>
              <a:off x="370080" y="258120"/>
              <a:ext cx="9956880" cy="69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0" name="Group 5"/>
          <p:cNvGrpSpPr/>
          <p:nvPr/>
        </p:nvGrpSpPr>
        <p:grpSpPr>
          <a:xfrm>
            <a:off x="624960" y="527400"/>
            <a:ext cx="9439920" cy="6411960"/>
            <a:chOff x="624960" y="527400"/>
            <a:chExt cx="9439920" cy="6411960"/>
          </a:xfrm>
        </p:grpSpPr>
        <p:sp>
          <p:nvSpPr>
            <p:cNvPr id="61" name="Freeform 6"/>
            <p:cNvSpPr/>
            <p:nvPr/>
          </p:nvSpPr>
          <p:spPr>
            <a:xfrm>
              <a:off x="624960" y="618840"/>
              <a:ext cx="9439920" cy="6320520"/>
            </a:xfrm>
            <a:custGeom>
              <a:avLst/>
              <a:gdLst>
                <a:gd name="textAreaLeft" fmla="*/ 0 w 9439920"/>
                <a:gd name="textAreaRight" fmla="*/ 9441720 w 9439920"/>
                <a:gd name="textAreaTop" fmla="*/ 0 h 6320520"/>
                <a:gd name="textAreaBottom" fmla="*/ 6322320 h 6320520"/>
              </a:gdLst>
              <a:ahLst/>
              <a:cxnLst/>
              <a:rect l="textAreaLeft" t="textAreaTop" r="textAreaRight" b="textAreaBottom"/>
              <a:pathLst>
                <a:path w="3932791" h="2633370">
                  <a:moveTo>
                    <a:pt x="0" y="0"/>
                  </a:moveTo>
                  <a:lnTo>
                    <a:pt x="3932791" y="0"/>
                  </a:lnTo>
                  <a:lnTo>
                    <a:pt x="3932791" y="2633370"/>
                  </a:lnTo>
                  <a:lnTo>
                    <a:pt x="0" y="2633370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7"/>
            <p:cNvSpPr/>
            <p:nvPr/>
          </p:nvSpPr>
          <p:spPr>
            <a:xfrm>
              <a:off x="624960" y="527400"/>
              <a:ext cx="9439920" cy="641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3" name="Freeform 8"/>
          <p:cNvSpPr/>
          <p:nvPr/>
        </p:nvSpPr>
        <p:spPr>
          <a:xfrm>
            <a:off x="676440" y="631080"/>
            <a:ext cx="9337680" cy="6295680"/>
          </a:xfrm>
          <a:custGeom>
            <a:avLst/>
            <a:gdLst>
              <a:gd name="textAreaLeft" fmla="*/ 0 w 9337680"/>
              <a:gd name="textAreaRight" fmla="*/ 9339480 w 9337680"/>
              <a:gd name="textAreaTop" fmla="*/ 0 h 6295680"/>
              <a:gd name="textAreaBottom" fmla="*/ 6297480 h 6295680"/>
            </a:gdLst>
            <a:ahLst/>
            <a:cxnLst/>
            <a:rect l="textAreaLeft" t="textAreaTop" r="textAreaRight" b="textAreaBottom"/>
            <a:pathLst>
              <a:path w="9339326" h="6297531">
                <a:moveTo>
                  <a:pt x="0" y="0"/>
                </a:moveTo>
                <a:lnTo>
                  <a:pt x="9339326" y="0"/>
                </a:lnTo>
                <a:lnTo>
                  <a:pt x="9339326" y="6297530"/>
                </a:lnTo>
                <a:lnTo>
                  <a:pt x="0" y="62975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  <a:alphaModFix amt="5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9"/>
          <p:cNvGrpSpPr/>
          <p:nvPr/>
        </p:nvGrpSpPr>
        <p:grpSpPr>
          <a:xfrm>
            <a:off x="3066480" y="919080"/>
            <a:ext cx="4524840" cy="918000"/>
            <a:chOff x="3066480" y="919080"/>
            <a:chExt cx="4524840" cy="918000"/>
          </a:xfrm>
        </p:grpSpPr>
        <p:sp>
          <p:nvSpPr>
            <p:cNvPr id="65" name="Freeform 10"/>
            <p:cNvSpPr/>
            <p:nvPr/>
          </p:nvSpPr>
          <p:spPr>
            <a:xfrm>
              <a:off x="3066480" y="1025640"/>
              <a:ext cx="4524840" cy="811440"/>
            </a:xfrm>
            <a:custGeom>
              <a:avLst/>
              <a:gdLst>
                <a:gd name="textAreaLeft" fmla="*/ 0 w 4524840"/>
                <a:gd name="textAreaRight" fmla="*/ 4526640 w 4524840"/>
                <a:gd name="textAreaTop" fmla="*/ 0 h 811440"/>
                <a:gd name="textAreaBottom" fmla="*/ 813240 h 811440"/>
              </a:gdLst>
              <a:ahLst/>
              <a:cxnLst/>
              <a:rect l="textAreaLeft" t="textAreaTop" r="textAreaRight" b="textAreaBottom"/>
              <a:pathLst>
                <a:path w="1622212" h="291407">
                  <a:moveTo>
                    <a:pt x="1604709" y="0"/>
                  </a:moveTo>
                  <a:lnTo>
                    <a:pt x="17503" y="0"/>
                  </a:lnTo>
                  <a:cubicBezTo>
                    <a:pt x="10983" y="0"/>
                    <a:pt x="5002" y="3625"/>
                    <a:pt x="1986" y="9406"/>
                  </a:cubicBezTo>
                  <a:cubicBezTo>
                    <a:pt x="-1031" y="15187"/>
                    <a:pt x="-584" y="22166"/>
                    <a:pt x="3146" y="27515"/>
                  </a:cubicBezTo>
                  <a:lnTo>
                    <a:pt x="66374" y="118189"/>
                  </a:lnTo>
                  <a:cubicBezTo>
                    <a:pt x="77902" y="134721"/>
                    <a:pt x="77902" y="156686"/>
                    <a:pt x="66374" y="173218"/>
                  </a:cubicBezTo>
                  <a:lnTo>
                    <a:pt x="3146" y="263892"/>
                  </a:lnTo>
                  <a:cubicBezTo>
                    <a:pt x="-584" y="269241"/>
                    <a:pt x="-1031" y="276220"/>
                    <a:pt x="1986" y="282001"/>
                  </a:cubicBezTo>
                  <a:cubicBezTo>
                    <a:pt x="5002" y="287782"/>
                    <a:pt x="10983" y="291407"/>
                    <a:pt x="17503" y="291407"/>
                  </a:cubicBezTo>
                  <a:lnTo>
                    <a:pt x="1604709" y="291407"/>
                  </a:lnTo>
                  <a:cubicBezTo>
                    <a:pt x="1611230" y="291407"/>
                    <a:pt x="1617210" y="287782"/>
                    <a:pt x="1620227" y="282001"/>
                  </a:cubicBezTo>
                  <a:cubicBezTo>
                    <a:pt x="1623243" y="276220"/>
                    <a:pt x="1622796" y="269241"/>
                    <a:pt x="1619067" y="263892"/>
                  </a:cubicBezTo>
                  <a:lnTo>
                    <a:pt x="1555839" y="173218"/>
                  </a:lnTo>
                  <a:cubicBezTo>
                    <a:pt x="1544311" y="156686"/>
                    <a:pt x="1544311" y="134721"/>
                    <a:pt x="1555839" y="118189"/>
                  </a:cubicBezTo>
                  <a:lnTo>
                    <a:pt x="1619067" y="27515"/>
                  </a:lnTo>
                  <a:cubicBezTo>
                    <a:pt x="1622796" y="22166"/>
                    <a:pt x="1623243" y="15187"/>
                    <a:pt x="1620227" y="9406"/>
                  </a:cubicBezTo>
                  <a:cubicBezTo>
                    <a:pt x="1617210" y="3625"/>
                    <a:pt x="1611230" y="0"/>
                    <a:pt x="1604709" y="0"/>
                  </a:cubicBezTo>
                  <a:close/>
                </a:path>
              </a:pathLst>
            </a:custGeom>
            <a:solidFill>
              <a:srgbClr val="4f6c8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11"/>
            <p:cNvSpPr/>
            <p:nvPr/>
          </p:nvSpPr>
          <p:spPr>
            <a:xfrm>
              <a:off x="3269880" y="919080"/>
              <a:ext cx="4118040" cy="91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7" name="TextBox 12"/>
          <p:cNvSpPr/>
          <p:nvPr/>
        </p:nvSpPr>
        <p:spPr>
          <a:xfrm>
            <a:off x="3495240" y="1848960"/>
            <a:ext cx="37062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40"/>
              </a:lnSpc>
            </a:pPr>
            <a:r>
              <a:rPr b="0" lang="en-US" sz="2100" spc="65" strike="noStrike" u="non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{TipoCertificado}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3"/>
          <p:cNvSpPr/>
          <p:nvPr/>
        </p:nvSpPr>
        <p:spPr>
          <a:xfrm>
            <a:off x="3460680" y="1060920"/>
            <a:ext cx="27162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13"/>
              </a:lnSpc>
            </a:pPr>
            <a:r>
              <a:rPr b="1" lang="en-US" sz="3700" strike="noStrike" u="non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Certificado</a:t>
            </a:r>
            <a:endParaRPr b="0" lang="pt-BR" sz="3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14"/>
          <p:cNvSpPr/>
          <p:nvPr/>
        </p:nvSpPr>
        <p:spPr>
          <a:xfrm>
            <a:off x="6179040" y="1185120"/>
            <a:ext cx="1050480" cy="563760"/>
          </a:xfrm>
          <a:custGeom>
            <a:avLst/>
            <a:gdLst>
              <a:gd name="textAreaLeft" fmla="*/ 0 w 1050480"/>
              <a:gd name="textAreaRight" fmla="*/ 1052280 w 1050480"/>
              <a:gd name="textAreaTop" fmla="*/ 0 h 563760"/>
              <a:gd name="textAreaBottom" fmla="*/ 565560 h 563760"/>
            </a:gdLst>
            <a:ahLst/>
            <a:cxnLst/>
            <a:rect l="textAreaLeft" t="textAreaTop" r="textAreaRight" b="textAreaBottom"/>
            <a:pathLst>
              <a:path w="1052174" h="565530">
                <a:moveTo>
                  <a:pt x="0" y="0"/>
                </a:moveTo>
                <a:lnTo>
                  <a:pt x="1052174" y="0"/>
                </a:lnTo>
                <a:lnTo>
                  <a:pt x="1052174" y="565530"/>
                </a:lnTo>
                <a:lnTo>
                  <a:pt x="0" y="5655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5"/>
          <p:cNvSpPr/>
          <p:nvPr/>
        </p:nvSpPr>
        <p:spPr>
          <a:xfrm>
            <a:off x="764640" y="2921760"/>
            <a:ext cx="916056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239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Certificamos que {NomeParticipante}, CPF: {NumeroCPF}, participou do(a) {NomeEvento}, de categoria {Categoria}, como organizador, realizado no {LocalEvento} no dia {Data}, com carga horária de {CargaHoraria}.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Group 16"/>
          <p:cNvGrpSpPr/>
          <p:nvPr/>
        </p:nvGrpSpPr>
        <p:grpSpPr>
          <a:xfrm>
            <a:off x="4573080" y="5933160"/>
            <a:ext cx="1550520" cy="382320"/>
            <a:chOff x="4573080" y="5933160"/>
            <a:chExt cx="1550520" cy="382320"/>
          </a:xfrm>
        </p:grpSpPr>
        <p:sp>
          <p:nvSpPr>
            <p:cNvPr id="72" name="Freeform 17"/>
            <p:cNvSpPr/>
            <p:nvPr/>
          </p:nvSpPr>
          <p:spPr>
            <a:xfrm>
              <a:off x="4573080" y="5949000"/>
              <a:ext cx="1550520" cy="366480"/>
            </a:xfrm>
            <a:custGeom>
              <a:avLst/>
              <a:gdLst>
                <a:gd name="textAreaLeft" fmla="*/ 0 w 1550520"/>
                <a:gd name="textAreaRight" fmla="*/ 1552320 w 1550520"/>
                <a:gd name="textAreaTop" fmla="*/ 0 h 366480"/>
                <a:gd name="textAreaBottom" fmla="*/ 368280 h 366480"/>
              </a:gdLst>
              <a:ahLst/>
              <a:cxnLst/>
              <a:rect l="textAreaLeft" t="textAreaTop" r="textAreaRight" b="textAreaBottom"/>
              <a:pathLst>
                <a:path w="2778897" h="659282">
                  <a:moveTo>
                    <a:pt x="0" y="0"/>
                  </a:moveTo>
                  <a:lnTo>
                    <a:pt x="2778897" y="0"/>
                  </a:lnTo>
                  <a:lnTo>
                    <a:pt x="2778897" y="659282"/>
                  </a:lnTo>
                  <a:lnTo>
                    <a:pt x="0" y="65928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18"/>
            <p:cNvSpPr/>
            <p:nvPr/>
          </p:nvSpPr>
          <p:spPr>
            <a:xfrm>
              <a:off x="4573080" y="5933160"/>
              <a:ext cx="1550520" cy="38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018"/>
                </a:lnSpc>
              </a:pPr>
              <a:r>
                <a:rPr b="0" lang="en-US" sz="1530" spc="-31" strike="noStrike" u="non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Sabará, {Data}.</a:t>
              </a:r>
              <a:endParaRPr b="0" lang="pt-BR" sz="153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Group 19"/>
          <p:cNvGrpSpPr/>
          <p:nvPr/>
        </p:nvGrpSpPr>
        <p:grpSpPr>
          <a:xfrm>
            <a:off x="2487240" y="6354360"/>
            <a:ext cx="5722560" cy="338040"/>
            <a:chOff x="2487240" y="6354360"/>
            <a:chExt cx="5722560" cy="338040"/>
          </a:xfrm>
        </p:grpSpPr>
        <p:sp>
          <p:nvSpPr>
            <p:cNvPr id="75" name="Freeform 20"/>
            <p:cNvSpPr/>
            <p:nvPr/>
          </p:nvSpPr>
          <p:spPr>
            <a:xfrm>
              <a:off x="2487240" y="6365160"/>
              <a:ext cx="5722560" cy="327240"/>
            </a:xfrm>
            <a:custGeom>
              <a:avLst/>
              <a:gdLst>
                <a:gd name="textAreaLeft" fmla="*/ 0 w 5722560"/>
                <a:gd name="textAreaRight" fmla="*/ 5724360 w 5722560"/>
                <a:gd name="textAreaTop" fmla="*/ 0 h 327240"/>
                <a:gd name="textAreaBottom" fmla="*/ 329040 h 327240"/>
              </a:gdLst>
              <a:ahLst/>
              <a:cxnLst/>
              <a:rect l="textAreaLeft" t="textAreaTop" r="textAreaRight" b="textAreaBottom"/>
              <a:pathLst>
                <a:path w="10247113" h="588714">
                  <a:moveTo>
                    <a:pt x="0" y="0"/>
                  </a:moveTo>
                  <a:lnTo>
                    <a:pt x="10247113" y="0"/>
                  </a:lnTo>
                  <a:lnTo>
                    <a:pt x="10247113" y="588714"/>
                  </a:lnTo>
                  <a:lnTo>
                    <a:pt x="0" y="58871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21"/>
            <p:cNvSpPr/>
            <p:nvPr/>
          </p:nvSpPr>
          <p:spPr>
            <a:xfrm>
              <a:off x="2487240" y="6354360"/>
              <a:ext cx="5722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just" defTabSz="914400">
                <a:lnSpc>
                  <a:spcPts val="1057"/>
                </a:lnSpc>
              </a:pPr>
              <a:r>
                <a:rPr b="0" lang="en-US" sz="800" spc="-17" strike="noStrike" u="non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Este certificado é concedido como comprovação da participação no referido evento, tendo sido registrado na plataforma CEU. Sua autenticidade pode ser verificada por meio do código {CodigoAutenticador} em ceu/certificacao/verificar.php.</a:t>
              </a:r>
              <a:endParaRPr b="0" lang="pt-BR" sz="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LibreOffice/25.2.6.2$Windows_X86_64 LibreOffice_project/729c5bfe710f5eb71ed3bbde9e06a6065e9c6c5d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DAG4e3l5xu8</dc:identifier>
  <dc:language>pt-BR</dc:language>
  <cp:lastModifiedBy>Caike Moreira</cp:lastModifiedBy>
  <dcterms:modified xsi:type="dcterms:W3CDTF">2025-11-26T04:22:12Z</dcterms:modified>
  <cp:revision>9</cp:revision>
  <dc:subject/>
  <dc:title>Certificado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