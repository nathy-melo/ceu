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_rels/slide1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svg" ContentType="image/svg"/>
  <Override PartName="/ppt/media/image3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693400" cy="7556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E7800B-1437-4ACC-B98F-49AE858783FD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019D064-0570-427A-B11D-6DF6DE5E656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30A36AD-0F5A-4E19-BE90-4258DF4D214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D7A20E-8742-41A9-86B4-9B43F462C74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6DAAED6-B075-4ED4-985F-7728EEB36A5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41F0D6-694A-4335-9BE8-08DC0451E38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2129CC6-DB94-4E75-B518-422A186FA65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73D754-3901-4FEA-A835-F7AF4791774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6DB587-6AE5-46C9-979E-739D5887A3F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479DB4-68D7-4F4C-9EC5-1A837CE8674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&lt;data/hora&gt;</a:t>
            </a:r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7E9257B-B13C-460B-AD90-98152D3B7A3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f6c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2"/>
          <p:cNvGrpSpPr/>
          <p:nvPr/>
        </p:nvGrpSpPr>
        <p:grpSpPr>
          <a:xfrm>
            <a:off x="370080" y="258120"/>
            <a:ext cx="9958320" cy="6944760"/>
            <a:chOff x="370080" y="258120"/>
            <a:chExt cx="9958320" cy="6944760"/>
          </a:xfrm>
        </p:grpSpPr>
        <p:sp>
          <p:nvSpPr>
            <p:cNvPr id="58" name="Freeform 3"/>
            <p:cNvSpPr/>
            <p:nvPr/>
          </p:nvSpPr>
          <p:spPr>
            <a:xfrm>
              <a:off x="370080" y="357120"/>
              <a:ext cx="9958320" cy="6845760"/>
            </a:xfrm>
            <a:custGeom>
              <a:avLst/>
              <a:gdLst>
                <a:gd name="textAreaLeft" fmla="*/ 0 w 9958320"/>
                <a:gd name="textAreaRight" fmla="*/ 9958680 w 9958320"/>
                <a:gd name="textAreaTop" fmla="*/ 0 h 6845760"/>
                <a:gd name="textAreaBottom" fmla="*/ 6846120 h 6845760"/>
              </a:gdLst>
              <a:ahLst/>
              <a:cxnLst/>
              <a:rect l="textAreaLeft" t="textAreaTop" r="textAreaRight" b="textAreaBottom"/>
              <a:pathLst>
                <a:path w="3842203" h="2641334">
                  <a:moveTo>
                    <a:pt x="0" y="0"/>
                  </a:moveTo>
                  <a:lnTo>
                    <a:pt x="3842203" y="0"/>
                  </a:lnTo>
                  <a:lnTo>
                    <a:pt x="3842203" y="2641334"/>
                  </a:lnTo>
                  <a:lnTo>
                    <a:pt x="0" y="2641334"/>
                  </a:lnTo>
                  <a:close/>
                </a:path>
              </a:pathLst>
            </a:custGeom>
            <a:noFill/>
            <a:ln cap="sq" w="7620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pt-BR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" name="TextBox 4"/>
            <p:cNvSpPr/>
            <p:nvPr/>
          </p:nvSpPr>
          <p:spPr>
            <a:xfrm>
              <a:off x="370080" y="258120"/>
              <a:ext cx="9958320" cy="6944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659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grpSp>
        <p:nvGrpSpPr>
          <p:cNvPr id="60" name="Group 5"/>
          <p:cNvGrpSpPr/>
          <p:nvPr/>
        </p:nvGrpSpPr>
        <p:grpSpPr>
          <a:xfrm>
            <a:off x="624960" y="527400"/>
            <a:ext cx="9441360" cy="6413400"/>
            <a:chOff x="624960" y="527400"/>
            <a:chExt cx="9441360" cy="6413400"/>
          </a:xfrm>
        </p:grpSpPr>
        <p:sp>
          <p:nvSpPr>
            <p:cNvPr id="61" name="Freeform 6"/>
            <p:cNvSpPr/>
            <p:nvPr/>
          </p:nvSpPr>
          <p:spPr>
            <a:xfrm>
              <a:off x="624960" y="618840"/>
              <a:ext cx="9441360" cy="6321960"/>
            </a:xfrm>
            <a:custGeom>
              <a:avLst/>
              <a:gdLst>
                <a:gd name="textAreaLeft" fmla="*/ 0 w 9441360"/>
                <a:gd name="textAreaRight" fmla="*/ 9441720 w 9441360"/>
                <a:gd name="textAreaTop" fmla="*/ 0 h 6321960"/>
                <a:gd name="textAreaBottom" fmla="*/ 6322320 h 6321960"/>
              </a:gdLst>
              <a:ahLst/>
              <a:cxnLst/>
              <a:rect l="textAreaLeft" t="textAreaTop" r="textAreaRight" b="textAreaBottom"/>
              <a:pathLst>
                <a:path w="3932791" h="2633370">
                  <a:moveTo>
                    <a:pt x="0" y="0"/>
                  </a:moveTo>
                  <a:lnTo>
                    <a:pt x="3932791" y="0"/>
                  </a:lnTo>
                  <a:lnTo>
                    <a:pt x="3932791" y="2633370"/>
                  </a:lnTo>
                  <a:lnTo>
                    <a:pt x="0" y="2633370"/>
                  </a:ln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7"/>
            <p:cNvSpPr/>
            <p:nvPr/>
          </p:nvSpPr>
          <p:spPr>
            <a:xfrm>
              <a:off x="624960" y="527400"/>
              <a:ext cx="9441360" cy="6413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659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Freeform 8"/>
          <p:cNvSpPr/>
          <p:nvPr/>
        </p:nvSpPr>
        <p:spPr>
          <a:xfrm>
            <a:off x="676440" y="631080"/>
            <a:ext cx="9339120" cy="6297120"/>
          </a:xfrm>
          <a:custGeom>
            <a:avLst/>
            <a:gdLst>
              <a:gd name="textAreaLeft" fmla="*/ 0 w 9339120"/>
              <a:gd name="textAreaRight" fmla="*/ 9339480 w 9339120"/>
              <a:gd name="textAreaTop" fmla="*/ 0 h 6297120"/>
              <a:gd name="textAreaBottom" fmla="*/ 6297480 h 6297120"/>
            </a:gdLst>
            <a:ahLst/>
            <a:cxnLst/>
            <a:rect l="textAreaLeft" t="textAreaTop" r="textAreaRight" b="textAreaBottom"/>
            <a:pathLst>
              <a:path w="9339326" h="6297531">
                <a:moveTo>
                  <a:pt x="0" y="0"/>
                </a:moveTo>
                <a:lnTo>
                  <a:pt x="9339326" y="0"/>
                </a:lnTo>
                <a:lnTo>
                  <a:pt x="9339326" y="6297530"/>
                </a:lnTo>
                <a:lnTo>
                  <a:pt x="0" y="62975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  <a:alphaModFix amt="5000"/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9"/>
          <p:cNvGrpSpPr/>
          <p:nvPr/>
        </p:nvGrpSpPr>
        <p:grpSpPr>
          <a:xfrm>
            <a:off x="3066480" y="919080"/>
            <a:ext cx="4526280" cy="919440"/>
            <a:chOff x="3066480" y="919080"/>
            <a:chExt cx="4526280" cy="919440"/>
          </a:xfrm>
        </p:grpSpPr>
        <p:sp>
          <p:nvSpPr>
            <p:cNvPr id="65" name="Freeform 10"/>
            <p:cNvSpPr/>
            <p:nvPr/>
          </p:nvSpPr>
          <p:spPr>
            <a:xfrm>
              <a:off x="3066480" y="1025640"/>
              <a:ext cx="4526280" cy="812880"/>
            </a:xfrm>
            <a:custGeom>
              <a:avLst/>
              <a:gdLst>
                <a:gd name="textAreaLeft" fmla="*/ 0 w 4526280"/>
                <a:gd name="textAreaRight" fmla="*/ 4526640 w 4526280"/>
                <a:gd name="textAreaTop" fmla="*/ 0 h 812880"/>
                <a:gd name="textAreaBottom" fmla="*/ 813240 h 812880"/>
              </a:gdLst>
              <a:ahLst/>
              <a:cxnLst/>
              <a:rect l="textAreaLeft" t="textAreaTop" r="textAreaRight" b="textAreaBottom"/>
              <a:pathLst>
                <a:path w="1622212" h="291407">
                  <a:moveTo>
                    <a:pt x="1604709" y="0"/>
                  </a:moveTo>
                  <a:lnTo>
                    <a:pt x="17503" y="0"/>
                  </a:lnTo>
                  <a:cubicBezTo>
                    <a:pt x="10983" y="0"/>
                    <a:pt x="5002" y="3625"/>
                    <a:pt x="1986" y="9406"/>
                  </a:cubicBezTo>
                  <a:cubicBezTo>
                    <a:pt x="-1031" y="15187"/>
                    <a:pt x="-584" y="22166"/>
                    <a:pt x="3146" y="27515"/>
                  </a:cubicBezTo>
                  <a:lnTo>
                    <a:pt x="66374" y="118189"/>
                  </a:lnTo>
                  <a:cubicBezTo>
                    <a:pt x="77902" y="134721"/>
                    <a:pt x="77902" y="156686"/>
                    <a:pt x="66374" y="173218"/>
                  </a:cubicBezTo>
                  <a:lnTo>
                    <a:pt x="3146" y="263892"/>
                  </a:lnTo>
                  <a:cubicBezTo>
                    <a:pt x="-584" y="269241"/>
                    <a:pt x="-1031" y="276220"/>
                    <a:pt x="1986" y="282001"/>
                  </a:cubicBezTo>
                  <a:cubicBezTo>
                    <a:pt x="5002" y="287782"/>
                    <a:pt x="10983" y="291407"/>
                    <a:pt x="17503" y="291407"/>
                  </a:cubicBezTo>
                  <a:lnTo>
                    <a:pt x="1604709" y="291407"/>
                  </a:lnTo>
                  <a:cubicBezTo>
                    <a:pt x="1611230" y="291407"/>
                    <a:pt x="1617210" y="287782"/>
                    <a:pt x="1620227" y="282001"/>
                  </a:cubicBezTo>
                  <a:cubicBezTo>
                    <a:pt x="1623243" y="276220"/>
                    <a:pt x="1622796" y="269241"/>
                    <a:pt x="1619067" y="263892"/>
                  </a:cubicBezTo>
                  <a:lnTo>
                    <a:pt x="1555839" y="173218"/>
                  </a:lnTo>
                  <a:cubicBezTo>
                    <a:pt x="1544311" y="156686"/>
                    <a:pt x="1544311" y="134721"/>
                    <a:pt x="1555839" y="118189"/>
                  </a:cubicBezTo>
                  <a:lnTo>
                    <a:pt x="1619067" y="27515"/>
                  </a:lnTo>
                  <a:cubicBezTo>
                    <a:pt x="1622796" y="22166"/>
                    <a:pt x="1623243" y="15187"/>
                    <a:pt x="1620227" y="9406"/>
                  </a:cubicBezTo>
                  <a:cubicBezTo>
                    <a:pt x="1617210" y="3625"/>
                    <a:pt x="1611230" y="0"/>
                    <a:pt x="1604709" y="0"/>
                  </a:cubicBezTo>
                  <a:close/>
                </a:path>
              </a:pathLst>
            </a:custGeom>
            <a:solidFill>
              <a:srgbClr val="4f6c8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pt-BR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11"/>
            <p:cNvSpPr/>
            <p:nvPr/>
          </p:nvSpPr>
          <p:spPr>
            <a:xfrm>
              <a:off x="3269880" y="919080"/>
              <a:ext cx="4119480" cy="919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659"/>
                </a:lnSpc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7" name="TextBox 12"/>
          <p:cNvSpPr/>
          <p:nvPr/>
        </p:nvSpPr>
        <p:spPr>
          <a:xfrm>
            <a:off x="3495240" y="1848960"/>
            <a:ext cx="3707640" cy="35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940"/>
              </a:lnSpc>
            </a:pPr>
            <a:r>
              <a:rPr b="0" lang="en-US" sz="2100" spc="65" strike="noStrike" u="none">
                <a:solidFill>
                  <a:srgbClr val="000000"/>
                </a:solidFill>
                <a:effectLst/>
                <a:uFillTx/>
                <a:latin typeface="Inter"/>
                <a:ea typeface="Inter"/>
              </a:rPr>
              <a:t>{TipoCertificado}</a:t>
            </a:r>
            <a:endParaRPr b="0" lang="pt-BR" sz="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3"/>
          <p:cNvSpPr/>
          <p:nvPr/>
        </p:nvSpPr>
        <p:spPr>
          <a:xfrm>
            <a:off x="3460680" y="1060920"/>
            <a:ext cx="2717640" cy="70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513"/>
              </a:lnSpc>
            </a:pPr>
            <a:r>
              <a:rPr b="1" lang="en-US" sz="3700" strike="noStrike" u="none">
                <a:solidFill>
                  <a:srgbClr val="ffffff"/>
                </a:solidFill>
                <a:effectLst/>
                <a:uFillTx/>
                <a:latin typeface="Inter Bold"/>
                <a:ea typeface="Inter Bold"/>
              </a:rPr>
              <a:t>Certificado</a:t>
            </a:r>
            <a:endParaRPr b="0" lang="pt-BR" sz="37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Freeform 14"/>
          <p:cNvSpPr/>
          <p:nvPr/>
        </p:nvSpPr>
        <p:spPr>
          <a:xfrm>
            <a:off x="6179040" y="1185120"/>
            <a:ext cx="1051920" cy="565200"/>
          </a:xfrm>
          <a:custGeom>
            <a:avLst/>
            <a:gdLst>
              <a:gd name="textAreaLeft" fmla="*/ 0 w 1051920"/>
              <a:gd name="textAreaRight" fmla="*/ 1052280 w 1051920"/>
              <a:gd name="textAreaTop" fmla="*/ 0 h 565200"/>
              <a:gd name="textAreaBottom" fmla="*/ 565560 h 565200"/>
            </a:gdLst>
            <a:ahLst/>
            <a:cxnLst/>
            <a:rect l="textAreaLeft" t="textAreaTop" r="textAreaRight" b="textAreaBottom"/>
            <a:pathLst>
              <a:path w="1052174" h="565530">
                <a:moveTo>
                  <a:pt x="0" y="0"/>
                </a:moveTo>
                <a:lnTo>
                  <a:pt x="1052174" y="0"/>
                </a:lnTo>
                <a:lnTo>
                  <a:pt x="1052174" y="565530"/>
                </a:lnTo>
                <a:lnTo>
                  <a:pt x="0" y="56553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5"/>
          <p:cNvSpPr/>
          <p:nvPr/>
        </p:nvSpPr>
        <p:spPr>
          <a:xfrm>
            <a:off x="764640" y="2921760"/>
            <a:ext cx="9162000" cy="5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2239"/>
              </a:lnSpc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Inter"/>
                <a:ea typeface="Inter"/>
              </a:rPr>
              <a:t>Certificamos que {NomeParticipante}, CPF {CPF}, participou do(a) {NomeEvento}, como organizador, realizado no {LocalEvento} no dia {Data}, com carga horária de {CargaHoraria}.</a:t>
            </a:r>
            <a:endParaRPr b="0" lang="pt-BR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71" name="Group 16"/>
          <p:cNvGrpSpPr/>
          <p:nvPr/>
        </p:nvGrpSpPr>
        <p:grpSpPr>
          <a:xfrm>
            <a:off x="4573080" y="5933160"/>
            <a:ext cx="1551960" cy="383760"/>
            <a:chOff x="4573080" y="5933160"/>
            <a:chExt cx="1551960" cy="383760"/>
          </a:xfrm>
        </p:grpSpPr>
        <p:sp>
          <p:nvSpPr>
            <p:cNvPr id="72" name="Freeform 17"/>
            <p:cNvSpPr/>
            <p:nvPr/>
          </p:nvSpPr>
          <p:spPr>
            <a:xfrm>
              <a:off x="4573080" y="5949000"/>
              <a:ext cx="1551960" cy="367920"/>
            </a:xfrm>
            <a:custGeom>
              <a:avLst/>
              <a:gdLst>
                <a:gd name="textAreaLeft" fmla="*/ 0 w 1551960"/>
                <a:gd name="textAreaRight" fmla="*/ 1552320 w 1551960"/>
                <a:gd name="textAreaTop" fmla="*/ 0 h 367920"/>
                <a:gd name="textAreaBottom" fmla="*/ 368280 h 367920"/>
              </a:gdLst>
              <a:ahLst/>
              <a:cxnLst/>
              <a:rect l="textAreaLeft" t="textAreaTop" r="textAreaRight" b="textAreaBottom"/>
              <a:pathLst>
                <a:path w="2778897" h="659282">
                  <a:moveTo>
                    <a:pt x="0" y="0"/>
                  </a:moveTo>
                  <a:lnTo>
                    <a:pt x="2778897" y="0"/>
                  </a:lnTo>
                  <a:lnTo>
                    <a:pt x="2778897" y="659282"/>
                  </a:lnTo>
                  <a:lnTo>
                    <a:pt x="0" y="659282"/>
                  </a:ln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pt-BR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18"/>
            <p:cNvSpPr/>
            <p:nvPr/>
          </p:nvSpPr>
          <p:spPr>
            <a:xfrm>
              <a:off x="4573080" y="5933160"/>
              <a:ext cx="1551960" cy="383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ctr" defTabSz="914400">
                <a:lnSpc>
                  <a:spcPts val="2018"/>
                </a:lnSpc>
              </a:pPr>
              <a:r>
                <a:rPr b="0" lang="en-US" sz="1530" spc="-31" strike="noStrike" u="none">
                  <a:solidFill>
                    <a:srgbClr val="000000"/>
                  </a:solidFill>
                  <a:effectLst/>
                  <a:uFillTx/>
                  <a:latin typeface="Inter"/>
                  <a:ea typeface="Inter"/>
                </a:rPr>
                <a:t>Sabará, {Data}.</a:t>
              </a:r>
              <a:endParaRPr b="0" lang="pt-BR" sz="153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4" name="Group 19"/>
          <p:cNvGrpSpPr/>
          <p:nvPr/>
        </p:nvGrpSpPr>
        <p:grpSpPr>
          <a:xfrm>
            <a:off x="2487240" y="6354360"/>
            <a:ext cx="5724000" cy="339480"/>
            <a:chOff x="2487240" y="6354360"/>
            <a:chExt cx="5724000" cy="339480"/>
          </a:xfrm>
        </p:grpSpPr>
        <p:sp>
          <p:nvSpPr>
            <p:cNvPr id="75" name="Freeform 20"/>
            <p:cNvSpPr/>
            <p:nvPr/>
          </p:nvSpPr>
          <p:spPr>
            <a:xfrm>
              <a:off x="2487240" y="6365160"/>
              <a:ext cx="5724000" cy="328680"/>
            </a:xfrm>
            <a:custGeom>
              <a:avLst/>
              <a:gdLst>
                <a:gd name="textAreaLeft" fmla="*/ 0 w 5724000"/>
                <a:gd name="textAreaRight" fmla="*/ 5724360 w 5724000"/>
                <a:gd name="textAreaTop" fmla="*/ 0 h 328680"/>
                <a:gd name="textAreaBottom" fmla="*/ 329040 h 328680"/>
              </a:gdLst>
              <a:ahLst/>
              <a:cxnLst/>
              <a:rect l="textAreaLeft" t="textAreaTop" r="textAreaRight" b="textAreaBottom"/>
              <a:pathLst>
                <a:path w="10247113" h="588714">
                  <a:moveTo>
                    <a:pt x="0" y="0"/>
                  </a:moveTo>
                  <a:lnTo>
                    <a:pt x="10247113" y="0"/>
                  </a:lnTo>
                  <a:lnTo>
                    <a:pt x="10247113" y="588714"/>
                  </a:lnTo>
                  <a:lnTo>
                    <a:pt x="0" y="588714"/>
                  </a:lnTo>
                  <a:close/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pt-BR" sz="1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21"/>
            <p:cNvSpPr/>
            <p:nvPr/>
          </p:nvSpPr>
          <p:spPr>
            <a:xfrm>
              <a:off x="2487240" y="6354360"/>
              <a:ext cx="5724000" cy="33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algn="just" defTabSz="914400">
                <a:lnSpc>
                  <a:spcPts val="1057"/>
                </a:lnSpc>
              </a:pPr>
              <a:r>
                <a:rPr b="0" lang="en-US" sz="800" spc="-17" strike="noStrike" u="none">
                  <a:solidFill>
                    <a:srgbClr val="000000"/>
                  </a:solidFill>
                  <a:effectLst/>
                  <a:uFillTx/>
                  <a:latin typeface="Inter"/>
                  <a:ea typeface="Inter"/>
                </a:rPr>
                <a:t>Este certificado é concedido como comprovação da participação no referido evento, tendo sido registrado na plataforma CEU. Sua autenticidade pode ser verificada por meio do código {CodigoAutenticador} em ceu/certificacao/verificarcertificacao.php.</a:t>
              </a:r>
              <a:endParaRPr b="0" lang="pt-BR" sz="8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LibreOffice/25.2.6.2$Windows_X86_64 LibreOffice_project/729c5bfe710f5eb71ed3bbde9e06a6065e9c6c5d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DAG4e3l5xu8</dc:identifier>
  <dc:language>pt-BR</dc:language>
  <cp:lastModifiedBy>Caike Moreira</cp:lastModifiedBy>
  <dcterms:modified xsi:type="dcterms:W3CDTF">2025-11-26T00:16:47Z</dcterms:modified>
  <cp:revision>2</cp:revision>
  <dc:subject/>
  <dc:title>Certificado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