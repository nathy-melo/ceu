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7"/>
  </p:notesMasterIdLst>
  <p:sldIdLst>
    <p:sldId id="256" r:id="rId6"/>
  </p:sldIdLst>
  <p:sldSz cx="10693400" cy="7556500"/>
  <p:notesSz cx="6858000" cy="9144000"/>
  <p:embeddedFontLst>
    <p:embeddedFont>
      <p:font typeface="Inter" charset="1" panose="02000503000000020004"/>
      <p:regular r:id="rId10"/>
    </p:embeddedFont>
    <p:embeddedFont>
      <p:font typeface="Inter Bold" charset="1" panose="02000503000000020004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11" Target="fonts/font11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notesMasters/notesMaster1.xml" Type="http://schemas.openxmlformats.org/officeDocument/2006/relationships/notesMaster"/><Relationship Id="rId8" Target="theme/theme2.xml" Type="http://schemas.openxmlformats.org/officeDocument/2006/relationships/theme"/><Relationship Id="rId9" Target="notesSlides/notesSlide1.xml" Type="http://schemas.openxmlformats.org/officeDocument/2006/relationships/notes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.png" Type="http://schemas.openxmlformats.org/officeDocument/2006/relationships/image"/><Relationship Id="rId11" Target="../media/image9.svg" Type="http://schemas.openxmlformats.org/officeDocument/2006/relationships/image"/><Relationship Id="rId12" Target="../media/image10.png" Type="http://schemas.openxmlformats.org/officeDocument/2006/relationships/image"/><Relationship Id="rId13" Target="../media/image11.svg" Type="http://schemas.openxmlformats.org/officeDocument/2006/relationships/image"/><Relationship Id="rId2" Target="../notesSlides/notesSlide1.xml" Type="http://schemas.openxmlformats.org/officeDocument/2006/relationships/notesSlid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3.png" Type="http://schemas.openxmlformats.org/officeDocument/2006/relationships/image"/><Relationship Id="rId6" Target="../media/image4.png" Type="http://schemas.openxmlformats.org/officeDocument/2006/relationships/image"/><Relationship Id="rId7" Target="../media/image5.svg" Type="http://schemas.openxmlformats.org/officeDocument/2006/relationships/image"/><Relationship Id="rId8" Target="../media/image6.png" Type="http://schemas.openxmlformats.org/officeDocument/2006/relationships/image"/><Relationship Id="rId9" Target="../media/image7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1E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02743" y="1279150"/>
            <a:ext cx="8886514" cy="5001699"/>
            <a:chOff x="0" y="0"/>
            <a:chExt cx="18592800" cy="10464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592800" cy="10464800"/>
            </a:xfrm>
            <a:custGeom>
              <a:avLst/>
              <a:gdLst/>
              <a:ahLst/>
              <a:cxnLst/>
              <a:rect r="r" b="b" t="t" l="l"/>
              <a:pathLst>
                <a:path h="10464800" w="18592800">
                  <a:moveTo>
                    <a:pt x="0" y="1219200"/>
                  </a:moveTo>
                  <a:cubicBezTo>
                    <a:pt x="0" y="545846"/>
                    <a:pt x="545846" y="0"/>
                    <a:pt x="1219200" y="0"/>
                  </a:cubicBezTo>
                  <a:lnTo>
                    <a:pt x="17373600" y="0"/>
                  </a:lnTo>
                  <a:cubicBezTo>
                    <a:pt x="18046954" y="0"/>
                    <a:pt x="18592800" y="545846"/>
                    <a:pt x="18592800" y="1219200"/>
                  </a:cubicBezTo>
                  <a:lnTo>
                    <a:pt x="18592800" y="9245600"/>
                  </a:lnTo>
                  <a:cubicBezTo>
                    <a:pt x="18592800" y="9918954"/>
                    <a:pt x="18046954" y="10464800"/>
                    <a:pt x="17373600" y="10464800"/>
                  </a:cubicBezTo>
                  <a:lnTo>
                    <a:pt x="1219200" y="10464800"/>
                  </a:lnTo>
                  <a:cubicBezTo>
                    <a:pt x="545846" y="10464800"/>
                    <a:pt x="0" y="9918954"/>
                    <a:pt x="0" y="9245600"/>
                  </a:cubicBezTo>
                  <a:close/>
                </a:path>
              </a:pathLst>
            </a:custGeom>
            <a:solidFill>
              <a:srgbClr val="4F6C8C"/>
            </a:solidFill>
          </p:spPr>
        </p:sp>
      </p:grpSp>
      <p:grpSp>
        <p:nvGrpSpPr>
          <p:cNvPr name="Group 4" id="4"/>
          <p:cNvGrpSpPr/>
          <p:nvPr/>
        </p:nvGrpSpPr>
        <p:grpSpPr>
          <a:xfrm rot="1635">
            <a:off x="3197873" y="1005999"/>
            <a:ext cx="4376487" cy="546302"/>
            <a:chOff x="0" y="0"/>
            <a:chExt cx="9156701" cy="1143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91567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9156700">
                  <a:moveTo>
                    <a:pt x="0" y="571500"/>
                  </a:moveTo>
                  <a:cubicBezTo>
                    <a:pt x="0" y="255905"/>
                    <a:pt x="255905" y="0"/>
                    <a:pt x="571500" y="0"/>
                  </a:cubicBezTo>
                  <a:lnTo>
                    <a:pt x="8585200" y="0"/>
                  </a:lnTo>
                  <a:cubicBezTo>
                    <a:pt x="8900795" y="0"/>
                    <a:pt x="9156700" y="255905"/>
                    <a:pt x="9156700" y="571500"/>
                  </a:cubicBezTo>
                  <a:cubicBezTo>
                    <a:pt x="9156700" y="887095"/>
                    <a:pt x="8900795" y="1143000"/>
                    <a:pt x="8585200" y="1143000"/>
                  </a:cubicBezTo>
                  <a:lnTo>
                    <a:pt x="571500" y="1143000"/>
                  </a:lnTo>
                  <a:cubicBezTo>
                    <a:pt x="255905" y="1143000"/>
                    <a:pt x="0" y="887095"/>
                    <a:pt x="0" y="571500"/>
                  </a:cubicBezTo>
                  <a:close/>
                </a:path>
              </a:pathLst>
            </a:custGeom>
            <a:solidFill>
              <a:srgbClr val="4F6C8C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4681907" y="4599616"/>
            <a:ext cx="1328187" cy="315107"/>
            <a:chOff x="0" y="0"/>
            <a:chExt cx="2778897" cy="65928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778897" cy="659282"/>
            </a:xfrm>
            <a:custGeom>
              <a:avLst/>
              <a:gdLst/>
              <a:ahLst/>
              <a:cxnLst/>
              <a:rect r="r" b="b" t="t" l="l"/>
              <a:pathLst>
                <a:path h="659282" w="2778897">
                  <a:moveTo>
                    <a:pt x="0" y="0"/>
                  </a:moveTo>
                  <a:lnTo>
                    <a:pt x="2778897" y="0"/>
                  </a:lnTo>
                  <a:lnTo>
                    <a:pt x="2778897" y="659282"/>
                  </a:lnTo>
                  <a:lnTo>
                    <a:pt x="0" y="65928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2778897" cy="6878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18"/>
                </a:lnSpc>
              </a:pPr>
              <a:r>
                <a:rPr lang="en-US" sz="1529" spc="-3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Sabará, {Data}.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2061250" y="5120585"/>
            <a:ext cx="6227844" cy="281378"/>
            <a:chOff x="0" y="0"/>
            <a:chExt cx="13030200" cy="58871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3030200" cy="588714"/>
            </a:xfrm>
            <a:custGeom>
              <a:avLst/>
              <a:gdLst/>
              <a:ahLst/>
              <a:cxnLst/>
              <a:rect r="r" b="b" t="t" l="l"/>
              <a:pathLst>
                <a:path h="588714" w="13030200">
                  <a:moveTo>
                    <a:pt x="0" y="0"/>
                  </a:moveTo>
                  <a:lnTo>
                    <a:pt x="13030200" y="0"/>
                  </a:lnTo>
                  <a:lnTo>
                    <a:pt x="13030200" y="588714"/>
                  </a:lnTo>
                  <a:lnTo>
                    <a:pt x="0" y="5887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19050"/>
              <a:ext cx="13030200" cy="6077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009"/>
                </a:lnSpc>
              </a:pPr>
              <a:r>
                <a:rPr lang="en-US" sz="764" spc="-15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Este certificado é concedido como comprovação da participação no referido evento, tendo sido registrado na plataforma CEU. Sua autenticidade pode ser verificada por meio do código {CodigoAutenticador} em ceu/certificacao/verificarcertificacao.php.</a:t>
              </a: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426350" y="2953865"/>
            <a:ext cx="7839301" cy="826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Certificamos que {NomeParticipante}, CPF {CPF}, participou do(a) {NomeEvento}, de categoria {Categoria}, organizado por {NomeOrganizador}, realizado no {LocalEvento} no dia {Data}, com carga horária de {CargaHoraria}.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4896071" y="5539514"/>
            <a:ext cx="899858" cy="606776"/>
          </a:xfrm>
          <a:custGeom>
            <a:avLst/>
            <a:gdLst/>
            <a:ahLst/>
            <a:cxnLst/>
            <a:rect r="r" b="b" t="t" l="l"/>
            <a:pathLst>
              <a:path h="606776" w="899858">
                <a:moveTo>
                  <a:pt x="0" y="0"/>
                </a:moveTo>
                <a:lnTo>
                  <a:pt x="899858" y="0"/>
                </a:lnTo>
                <a:lnTo>
                  <a:pt x="899858" y="606776"/>
                </a:lnTo>
                <a:lnTo>
                  <a:pt x="0" y="60677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-18051" r="0" b="-30249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4794516" y="1631648"/>
            <a:ext cx="1102967" cy="446079"/>
          </a:xfrm>
          <a:custGeom>
            <a:avLst/>
            <a:gdLst/>
            <a:ahLst/>
            <a:cxnLst/>
            <a:rect r="r" b="b" t="t" l="l"/>
            <a:pathLst>
              <a:path h="446079" w="1102967">
                <a:moveTo>
                  <a:pt x="0" y="0"/>
                </a:moveTo>
                <a:lnTo>
                  <a:pt x="1102968" y="0"/>
                </a:lnTo>
                <a:lnTo>
                  <a:pt x="1102968" y="446079"/>
                </a:lnTo>
                <a:lnTo>
                  <a:pt x="0" y="4460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40077" t="-316488" r="-46178" b="-291302"/>
            </a:stretch>
          </a:blipFill>
        </p:spPr>
      </p:sp>
      <p:sp>
        <p:nvSpPr>
          <p:cNvPr name="Freeform 15" id="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false" flipV="false" rot="-10800000">
            <a:off x="7350257" y="4990992"/>
            <a:ext cx="4590000" cy="2924543"/>
          </a:xfrm>
          <a:custGeom>
            <a:avLst/>
            <a:gdLst/>
            <a:ahLst/>
            <a:cxnLst/>
            <a:rect r="r" b="b" t="t" l="l"/>
            <a:pathLst>
              <a:path h="2924543" w="4590000">
                <a:moveTo>
                  <a:pt x="0" y="0"/>
                </a:moveTo>
                <a:lnTo>
                  <a:pt x="4590000" y="0"/>
                </a:lnTo>
                <a:lnTo>
                  <a:pt x="4590000" y="2924542"/>
                </a:lnTo>
                <a:lnTo>
                  <a:pt x="0" y="292454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false" flipV="false" rot="0">
            <a:off x="8642938" y="4941263"/>
            <a:ext cx="4098125" cy="3024000"/>
          </a:xfrm>
          <a:custGeom>
            <a:avLst/>
            <a:gdLst/>
            <a:ahLst/>
            <a:cxnLst/>
            <a:rect r="r" b="b" t="t" l="l"/>
            <a:pathLst>
              <a:path h="3024000" w="4098125">
                <a:moveTo>
                  <a:pt x="0" y="0"/>
                </a:moveTo>
                <a:lnTo>
                  <a:pt x="4098124" y="0"/>
                </a:lnTo>
                <a:lnTo>
                  <a:pt x="4098124" y="3024000"/>
                </a:lnTo>
                <a:lnTo>
                  <a:pt x="0" y="30240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false" flipV="false" rot="0">
            <a:off x="-1392257" y="-1069855"/>
            <a:ext cx="4590000" cy="2924543"/>
          </a:xfrm>
          <a:custGeom>
            <a:avLst/>
            <a:gdLst/>
            <a:ahLst/>
            <a:cxnLst/>
            <a:rect r="r" b="b" t="t" l="l"/>
            <a:pathLst>
              <a:path h="2924543" w="4590000">
                <a:moveTo>
                  <a:pt x="0" y="0"/>
                </a:moveTo>
                <a:lnTo>
                  <a:pt x="4590000" y="0"/>
                </a:lnTo>
                <a:lnTo>
                  <a:pt x="4590000" y="2924543"/>
                </a:lnTo>
                <a:lnTo>
                  <a:pt x="0" y="292454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false" flipV="false" rot="-192417">
            <a:off x="-983364" y="-1696010"/>
            <a:ext cx="4474746" cy="3024000"/>
          </a:xfrm>
          <a:custGeom>
            <a:avLst/>
            <a:gdLst/>
            <a:ahLst/>
            <a:cxnLst/>
            <a:rect r="r" b="b" t="t" l="l"/>
            <a:pathLst>
              <a:path h="3024000" w="4474746">
                <a:moveTo>
                  <a:pt x="0" y="0"/>
                </a:moveTo>
                <a:lnTo>
                  <a:pt x="4474746" y="0"/>
                </a:lnTo>
                <a:lnTo>
                  <a:pt x="4474746" y="3024000"/>
                </a:lnTo>
                <a:lnTo>
                  <a:pt x="0" y="302400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4183206" y="981715"/>
            <a:ext cx="2325588" cy="5716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17"/>
              </a:lnSpc>
            </a:pPr>
            <a:r>
              <a:rPr lang="en-US" sz="3369" b="true">
                <a:solidFill>
                  <a:srgbClr val="348BFF"/>
                </a:solidFill>
                <a:latin typeface="Inter Bold"/>
                <a:ea typeface="Inter Bold"/>
                <a:cs typeface="Inter Bold"/>
                <a:sym typeface="Inter Bold"/>
              </a:rPr>
              <a:t>Cer</a:t>
            </a:r>
            <a:r>
              <a:rPr lang="en-US" sz="3369" b="true">
                <a:solidFill>
                  <a:srgbClr val="AEEBFE"/>
                </a:solidFill>
                <a:latin typeface="Inter Bold"/>
                <a:ea typeface="Inter Bold"/>
                <a:cs typeface="Inter Bold"/>
                <a:sym typeface="Inter Bold"/>
              </a:rPr>
              <a:t>tifi</a:t>
            </a:r>
            <a:r>
              <a:rPr lang="en-US" sz="3369" b="true">
                <a:solidFill>
                  <a:srgbClr val="A1D6FA"/>
                </a:solidFill>
                <a:latin typeface="Inter Bold"/>
                <a:ea typeface="Inter Bold"/>
                <a:cs typeface="Inter Bold"/>
                <a:sym typeface="Inter Bold"/>
              </a:rPr>
              <a:t>cado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DAG4e3l5xu8</dc:identifier>
  <dcterms:modified xsi:type="dcterms:W3CDTF">2011-08-01T06:04:30Z</dcterms:modified>
  <cp:revision>1</cp:revision>
  <dc:title>Certificado</dc:title>
</cp:coreProperties>
</file>