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_rels/notesSlide1.xml.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D0DD5BC-4CD4-4E6B-A882-6B139C91277A}" type="slidenum"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5E3A6A-04C7-4CB3-A4B2-7879EBC2CCC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d1e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ject 1" descr="preencoded.png"/>
          <p:cNvPicPr/>
          <p:nvPr/>
        </p:nvPicPr>
        <p:blipFill>
          <a:blip r:embed="rId1"/>
          <a:stretch/>
        </p:blipFill>
        <p:spPr>
          <a:xfrm>
            <a:off x="1085760" y="609480"/>
            <a:ext cx="6971400" cy="3923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Object 2" descr="preencoded.png"/>
          <p:cNvPicPr/>
          <p:nvPr/>
        </p:nvPicPr>
        <p:blipFill>
          <a:blip r:embed="rId2"/>
          <a:stretch/>
        </p:blipFill>
        <p:spPr>
          <a:xfrm>
            <a:off x="-210960" y="-394560"/>
            <a:ext cx="3302640" cy="222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" name="Object 3" descr="preencoded.png"/>
          <p:cNvPicPr/>
          <p:nvPr/>
        </p:nvPicPr>
        <p:blipFill>
          <a:blip r:embed="rId3"/>
          <a:stretch/>
        </p:blipFill>
        <p:spPr>
          <a:xfrm>
            <a:off x="-186840" y="-256320"/>
            <a:ext cx="3279600" cy="208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" name="Object 4" descr="preencoded.png"/>
          <p:cNvPicPr/>
          <p:nvPr/>
        </p:nvPicPr>
        <p:blipFill>
          <a:blip r:embed="rId4"/>
          <a:stretch/>
        </p:blipFill>
        <p:spPr>
          <a:xfrm>
            <a:off x="6023160" y="3218040"/>
            <a:ext cx="3302640" cy="222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" name="Object 5" descr="preencoded.png"/>
          <p:cNvPicPr/>
          <p:nvPr/>
        </p:nvPicPr>
        <p:blipFill>
          <a:blip r:embed="rId5"/>
          <a:stretch/>
        </p:blipFill>
        <p:spPr>
          <a:xfrm>
            <a:off x="5999400" y="3079800"/>
            <a:ext cx="3279600" cy="208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Object 7" descr="preencoded.png"/>
          <p:cNvPicPr/>
          <p:nvPr/>
        </p:nvPicPr>
        <p:blipFill>
          <a:blip r:embed="rId6"/>
          <a:stretch/>
        </p:blipFill>
        <p:spPr>
          <a:xfrm>
            <a:off x="2852640" y="503280"/>
            <a:ext cx="3432600" cy="427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Object8"/>
          <p:cNvSpPr/>
          <p:nvPr/>
        </p:nvSpPr>
        <p:spPr>
          <a:xfrm>
            <a:off x="1509840" y="1357200"/>
            <a:ext cx="6271200" cy="81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00" strike="noStrike" u="none">
                <a:solidFill>
                  <a:srgbClr val="ffffff"/>
                </a:solidFill>
                <a:effectLst/>
                <a:uFillTx/>
                <a:latin typeface="Inter"/>
                <a:ea typeface="Unknown"/>
              </a:rPr>
              <a:t>Certificamos que {NomeParticipante},  CPF {CPF}, participou do(a) {NomeEvento}, evento organizado por {NomeOrganizador}, realizado no {LocalEvento} no dia {Data}, com carga horária de {CargaHoraria}.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Inter"/>
            </a:endParaRPr>
          </a:p>
        </p:txBody>
      </p:sp>
      <p:sp>
        <p:nvSpPr>
          <p:cNvPr id="15" name="Object9"/>
          <p:cNvSpPr/>
          <p:nvPr/>
        </p:nvSpPr>
        <p:spPr>
          <a:xfrm>
            <a:off x="4038480" y="2665800"/>
            <a:ext cx="120384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914400">
              <a:lnSpc>
                <a:spcPct val="100000"/>
              </a:lnSpc>
            </a:pPr>
            <a:r>
              <a:rPr b="0" lang="en-US" sz="1000" strike="noStrike" u="non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Sabará, {Data}.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Inter"/>
            </a:endParaRPr>
          </a:p>
        </p:txBody>
      </p:sp>
      <p:sp>
        <p:nvSpPr>
          <p:cNvPr id="16" name="Object10"/>
          <p:cNvSpPr/>
          <p:nvPr/>
        </p:nvSpPr>
        <p:spPr>
          <a:xfrm>
            <a:off x="2357280" y="2908080"/>
            <a:ext cx="458028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914400">
              <a:lnSpc>
                <a:spcPct val="100000"/>
              </a:lnSpc>
            </a:pPr>
            <a:r>
              <a:rPr b="0" lang="en-US" sz="500" strike="noStrike" u="non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Este certificado é concedido como comprovação da participação no referido evento, tendo sido registrado na plataforma CEU. </a:t>
            </a:r>
            <a:endParaRPr b="0" lang="pt-BR" sz="500" strike="noStrike" u="none">
              <a:solidFill>
                <a:srgbClr val="000000"/>
              </a:solidFill>
              <a:effectLst/>
              <a:uFillTx/>
              <a:latin typeface="Inter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500" strike="noStrike" u="non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Sua autenticidade pode ser verificada por meio do código {CodigoAutenticador} em ceu/certificacao/verificarcertificacao.php.</a:t>
            </a:r>
            <a:endParaRPr b="0" lang="pt-BR" sz="500" strike="noStrike" u="none">
              <a:solidFill>
                <a:srgbClr val="000000"/>
              </a:solidFill>
              <a:effectLst/>
              <a:uFillTx/>
              <a:latin typeface="Inter"/>
            </a:endParaRPr>
          </a:p>
        </p:txBody>
      </p:sp>
      <p:pic>
        <p:nvPicPr>
          <p:cNvPr id="17" name="" descr=""/>
          <p:cNvPicPr/>
          <p:nvPr/>
        </p:nvPicPr>
        <p:blipFill>
          <a:blip r:embed="rId7"/>
          <a:stretch/>
        </p:blipFill>
        <p:spPr>
          <a:xfrm>
            <a:off x="4212000" y="3420000"/>
            <a:ext cx="720000" cy="72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Application>LibreOffice/25.2.6.2$Windows_X86_64 LibreOffice_project/729c5bfe710f5eb71ed3bbde9e06a6065e9c6c5d</Application>
  <AppVersion>15.0000</AppVersion>
  <Words>0</Words>
  <Paragraphs>0</Paragraphs>
  <Company>Figma to PPT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2025-10-29T11:53:36Z</dcterms:created>
  <dc:creator>Figma to PPT</dc:creator>
  <dc:description/>
  <dc:language>pt-BR</dc:language>
  <cp:lastModifiedBy>Caike Moreira</cp:lastModifiedBy>
  <dcterms:modified xsi:type="dcterms:W3CDTF">2025-11-03T23:00:25Z</dcterms:modified>
  <cp:revision>7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On-screen Show (16:9)</vt:lpwstr>
  </property>
  <property fmtid="{D5CDD505-2E9C-101B-9397-08002B2CF9AE}" pid="4" name="Slides">
    <vt:i4>1</vt:i4>
  </property>
</Properties>
</file>